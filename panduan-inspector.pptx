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87df01ec-9e1e-80ec-3ff4-5e8fd7236d49}">
          <p14:sldIdLst>
            <p14:sldId id="256"/>
            <p14:sldId id="257"/>
            <p14:sldId id="258"/>
          </p14:sldIdLst>
        </p14:section>
        <p14:section name="Mulai" id="{84b1dc61-26e3-a651-1fe7-f723c6b7a64f}">
          <p14:sldIdLst>
            <p14:sldId id="259"/>
            <p14:sldId id="260"/>
            <p14:sldId id="261"/>
          </p14:sldIdLst>
        </p14:section>
        <p14:section name="Job List" id="{58759d6e-36b9-dbef-3b37-96192866e1af}">
          <p14:sldIdLst>
            <p14:sldId id="262"/>
            <p14:sldId id="263"/>
          </p14:sldIdLst>
        </p14:section>
        <p14:section name="Inspeksi" id="{98bbfc95-1f4e-0b4c-be7d-8b92c5219106}">
          <p14:sldIdLst>
            <p14:sldId id="264"/>
            <p14:sldId id="265"/>
            <p14:sldId id="266"/>
          </p14:sldIdLst>
        </p14:section>
        <p14:section name="Jadwal" id="{5f5f9d94-438c-9f77-0f00-cde716f10e53}">
          <p14:sldIdLst>
            <p14:sldId id="267"/>
            <p14:sldId id="268"/>
            <p14:sldId id="269"/>
          </p14:sldIdLst>
        </p14:section>
        <p14:section name="Penutup" id="{6d9615ea-e030-40e1-c252-213946508c2a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TJFI Safety Control System  •  Panduan Inspector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TJFI Safety Control System  •  Panduan Inspector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TJFI Safety Control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TJ FORGE INDONESIA  •  DEPARTEMEN HSE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4688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Inspector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520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Control System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3891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melakukan inspeksi safety device dan alat K3 lewat HP: dari login sampai laporan hasil.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1.2  •  Oktober 2026  •  https://tjforge-hse.github.io/</a:t>
            </a:r>
            <a:endParaRPr lang="en-US" sz="1300" dirty="0"/>
          </a:p>
        </p:txBody>
      </p:sp>
      <p:sp>
        <p:nvSpPr>
          <p:cNvPr id="8" name="Tampilan halaman login frame"/>
          <p:cNvSpPr/>
          <p:nvPr/>
        </p:nvSpPr>
        <p:spPr>
          <a:xfrm>
            <a:off x="8394192" y="576072"/>
            <a:ext cx="2712388" cy="5614416"/>
          </a:xfrm>
          <a:prstGeom prst="roundRect">
            <a:avLst>
              <a:gd name="adj" fmla="val 7417"/>
            </a:avLst>
          </a:prstGeom>
          <a:solidFill>
            <a:schemeClr val="tx2"/>
          </a:solidFill>
          <a:ln/>
        </p:spPr>
      </p:sp>
      <p:pic>
        <p:nvPicPr>
          <p:cNvPr id="9" name="Tampilan halaman login" descr="Tampilan halaman 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85800"/>
            <a:ext cx="24929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1 menit</a:t>
            </a:r>
            <a:endParaRPr lang="en-US" sz="3400" dirty="0"/>
          </a:p>
        </p:txBody>
      </p:sp>
      <p:sp>
        <p:nvSpPr>
          <p:cNvPr id="3" name="card Login"/>
          <p:cNvSpPr/>
          <p:nvPr/>
        </p:nvSpPr>
        <p:spPr>
          <a:xfrm>
            <a:off x="548640" y="1600200"/>
            <a:ext cx="2084832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162763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sistem di HP, login dengan ID dan password dari HSE. Login pertama: buat password baru.</a:t>
            </a:r>
            <a:endParaRPr lang="en-US" sz="1800" dirty="0"/>
          </a:p>
        </p:txBody>
      </p:sp>
      <p:sp>
        <p:nvSpPr>
          <p:cNvPr id="8" name="card Scan QR"/>
          <p:cNvSpPr/>
          <p:nvPr/>
        </p:nvSpPr>
        <p:spPr>
          <a:xfrm>
            <a:off x="2793492" y="1600200"/>
            <a:ext cx="2084832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2976372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7637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70732" y="17373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22092" y="2377440"/>
            <a:ext cx="162763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Inspeksi → Scan QR untuk Mulai Inspeksi → arahkan kamera ke QR di alat.</a:t>
            </a:r>
            <a:endParaRPr lang="en-US" sz="1800" dirty="0"/>
          </a:p>
        </p:txBody>
      </p:sp>
      <p:sp>
        <p:nvSpPr>
          <p:cNvPr id="13" name="card Isi checklist"/>
          <p:cNvSpPr/>
          <p:nvPr/>
        </p:nvSpPr>
        <p:spPr>
          <a:xfrm>
            <a:off x="5038344" y="1600200"/>
            <a:ext cx="2084832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5221224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212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815584" y="17373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checklist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2377440"/>
            <a:ext cx="162763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OK / NG / N/A di setiap item. Item bukti foto wajib harus ada fotonya.</a:t>
            </a:r>
            <a:endParaRPr lang="en-US" sz="1800" dirty="0"/>
          </a:p>
        </p:txBody>
      </p:sp>
      <p:sp>
        <p:nvSpPr>
          <p:cNvPr id="18" name="card Kirim"/>
          <p:cNvSpPr/>
          <p:nvPr/>
        </p:nvSpPr>
        <p:spPr>
          <a:xfrm>
            <a:off x="7283196" y="1600200"/>
            <a:ext cx="2084832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7466076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6607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060436" y="17373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11796" y="2377440"/>
            <a:ext cx="162763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Simpan &amp; Kirim Approval. Hasil masuk ke Admin. Jika ada NG, finding dibuat otomatis.</a:t>
            </a:r>
            <a:endParaRPr lang="en-US" sz="1800" dirty="0"/>
          </a:p>
        </p:txBody>
      </p:sp>
      <p:sp>
        <p:nvSpPr>
          <p:cNvPr id="23" name="card Tepat waktu"/>
          <p:cNvSpPr/>
          <p:nvPr/>
        </p:nvSpPr>
        <p:spPr>
          <a:xfrm>
            <a:off x="9528048" y="1600200"/>
            <a:ext cx="2084832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9710928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109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305288" y="17373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 waktu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56648" y="2377440"/>
            <a:ext cx="162763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inspeksi APAR: tanggal 5 setiap bulan (jendela tanggal 1–5).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Inspeksi hanya dimulai lewat scan QR pada alatnya. Daftar tugas dan Job List hanyalah penanda.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Inspector</a:t>
            </a:r>
            <a:endParaRPr lang="en-US" sz="3400" dirty="0"/>
          </a:p>
        </p:txBody>
      </p:sp>
      <p:sp>
        <p:nvSpPr>
          <p:cNvPr id="3" name="card Yang dapat Anda lakukan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dapat Anda lakukan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834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Inspeksi asset di plant yang menjadi wewenang Anda</a:t>
            </a:r>
            <a:endParaRPr lang="en-US" sz="2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Job List dan tugas inspeksi bulan ini</a:t>
            </a:r>
            <a:endParaRPr lang="en-US" sz="2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riwayat inspeksi dan finding di plant Anda</a:t>
            </a:r>
            <a:endParaRPr lang="en-US" sz="2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Mengganti password sendiri kapan saja</a:t>
            </a:r>
            <a:endParaRPr lang="en-US" sz="2100" dirty="0"/>
          </a:p>
        </p:txBody>
      </p:sp>
      <p:sp>
        <p:nvSpPr>
          <p:cNvPr id="6" name="card Dilakukan Admin HSE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691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Dilakukan Admin HSE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98348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atau penolakan hasil inspeksi</a:t>
            </a:r>
            <a:endParaRPr lang="en-US" sz="2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Menambah, mengedit, dan mengganti asset (termasuk spare)</a:t>
            </a:r>
            <a:endParaRPr lang="en-US" sz="2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Menutup finding, membuat akun, mereset password</a:t>
            </a:r>
            <a:endParaRPr lang="en-US" sz="2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checklist, jadwal, dan penugasan Job List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dan akses</a:t>
            </a:r>
            <a:endParaRPr lang="en-US" sz="3400" dirty="0"/>
          </a:p>
        </p:txBody>
      </p:sp>
      <p:sp>
        <p:nvSpPr>
          <p:cNvPr id="3" name="card Yang diperlukan"/>
          <p:cNvSpPr/>
          <p:nvPr/>
        </p:nvSpPr>
        <p:spPr>
          <a:xfrm>
            <a:off x="548640" y="1554480"/>
            <a:ext cx="6949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diperlukan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492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dengan kamera berfungsi dan koneksi internet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Chrome (Android) atau Safari (iPhone), versi terbaru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user dan password awal dari Departemen HSE</a:t>
            </a:r>
            <a:endParaRPr lang="en-US" sz="1800" dirty="0"/>
          </a:p>
        </p:txBody>
      </p:sp>
      <p:sp>
        <p:nvSpPr>
          <p:cNvPr id="6" name="card Android (Chrome)"/>
          <p:cNvSpPr/>
          <p:nvPr/>
        </p:nvSpPr>
        <p:spPr>
          <a:xfrm>
            <a:off x="548640" y="3886200"/>
            <a:ext cx="33832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(Chrome)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526280"/>
            <a:ext cx="2926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Ketuk Pasang di layar utama HP di halaman login, atau menu ⋮ → Instal aplikasi.</a:t>
            </a:r>
            <a:endParaRPr lang="en-US" sz="1700" dirty="0"/>
          </a:p>
        </p:txBody>
      </p:sp>
      <p:sp>
        <p:nvSpPr>
          <p:cNvPr id="9" name="card iPhone (Safari)"/>
          <p:cNvSpPr/>
          <p:nvPr/>
        </p:nvSpPr>
        <p:spPr>
          <a:xfrm>
            <a:off x="4114800" y="3886200"/>
            <a:ext cx="33832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(Safari)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4526280"/>
            <a:ext cx="2926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Ketuk Bagikan → Tambah ke Layar Utama → Tambah.</a:t>
            </a:r>
            <a:endParaRPr lang="en-US" sz="1700" dirty="0"/>
          </a:p>
        </p:txBody>
      </p:sp>
      <p:sp>
        <p:nvSpPr>
          <p:cNvPr id="12" name="Halaman login di HP frame"/>
          <p:cNvSpPr/>
          <p:nvPr/>
        </p:nvSpPr>
        <p:spPr>
          <a:xfrm>
            <a:off x="8485632" y="1307592"/>
            <a:ext cx="2332110" cy="4791456"/>
          </a:xfrm>
          <a:prstGeom prst="roundRect">
            <a:avLst>
              <a:gd name="adj" fmla="val 8626"/>
            </a:avLst>
          </a:prstGeom>
          <a:solidFill>
            <a:schemeClr val="tx2"/>
          </a:solidFill>
          <a:ln/>
        </p:spPr>
      </p:sp>
      <p:pic>
        <p:nvPicPr>
          <p:cNvPr id="13" name="Halaman login di HP" descr="Halaman login di 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417320"/>
            <a:ext cx="2112654" cy="45720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229600" y="6172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Izinkan akses kamera saat diminta browser.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dan password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Username dan Password awal dari HSE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14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Masuk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74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Muncul Buat Password Baru: isi dua kali, lalu Simpan Password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masuk ke halaman Inspeksi</a:t>
            </a:r>
            <a:endParaRPr lang="en-US" sz="1800" dirty="0"/>
          </a:p>
        </p:txBody>
      </p:sp>
      <p:sp>
        <p:nvSpPr>
          <p:cNvPr id="15" name="card Aturan password"/>
          <p:cNvSpPr/>
          <p:nvPr/>
        </p:nvSpPr>
        <p:spPr>
          <a:xfrm>
            <a:off x="6400800" y="1554480"/>
            <a:ext cx="5212080" cy="4526280"/>
          </a:xfrm>
          <a:prstGeom prst="roundRect">
            <a:avLst>
              <a:gd name="adj" fmla="val 2424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password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6 karakter; tidak boleh sama dengan password lama atau ID user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kombinasi huruf dan angka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terenkripsi: Admin tidak dapat melihatnya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dibagikan. Setiap inspeksi tercatat atas nama Anda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kapan saja lewat tombol 🔑 Password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password</a:t>
            </a:r>
            <a:endParaRPr lang="en-US" sz="3400" dirty="0"/>
          </a:p>
        </p:txBody>
      </p:sp>
      <p:sp>
        <p:nvSpPr>
          <p:cNvPr id="3" name="card Ketuk Lupa password?"/>
          <p:cNvSpPr/>
          <p:nvPr/>
        </p:nvSpPr>
        <p:spPr>
          <a:xfrm>
            <a:off x="548640" y="164592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Ketuk Lupa password?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1488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halaman login</a:t>
            </a:r>
            <a:endParaRPr lang="en-US" sz="1800" dirty="0"/>
          </a:p>
        </p:txBody>
      </p:sp>
      <p:sp>
        <p:nvSpPr>
          <p:cNvPr id="8" name="card Isi username"/>
          <p:cNvSpPr/>
          <p:nvPr/>
        </p:nvSpPr>
        <p:spPr>
          <a:xfrm>
            <a:off x="3364992" y="164592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478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username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423160"/>
            <a:ext cx="21488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Kirim Permintaan ke Admin</a:t>
            </a:r>
            <a:endParaRPr lang="en-US" sz="1800" dirty="0"/>
          </a:p>
        </p:txBody>
      </p:sp>
      <p:sp>
        <p:nvSpPr>
          <p:cNvPr id="13" name="card Hubungi Admin HSE"/>
          <p:cNvSpPr/>
          <p:nvPr/>
        </p:nvSpPr>
        <p:spPr>
          <a:xfrm>
            <a:off x="6181344" y="164592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4224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6422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58584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Admin HSE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423160"/>
            <a:ext cx="21488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membuat password sementara dan menyerahkannya langsung</a:t>
            </a:r>
            <a:endParaRPr lang="en-US" sz="1800" dirty="0"/>
          </a:p>
        </p:txBody>
      </p:sp>
      <p:sp>
        <p:nvSpPr>
          <p:cNvPr id="18" name="card Login dan ganti"/>
          <p:cNvSpPr/>
          <p:nvPr/>
        </p:nvSpPr>
        <p:spPr>
          <a:xfrm>
            <a:off x="8997696" y="164592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0576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057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74936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dan ganti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423160"/>
            <a:ext cx="21488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password baru Anda sendiri</a:t>
            </a:r>
            <a:endParaRPr lang="en-US" sz="1800" dirty="0"/>
          </a:p>
        </p:txBody>
      </p:sp>
      <p:sp>
        <p:nvSpPr>
          <p:cNvPr id="23" name="card Login terkunci?"/>
          <p:cNvSpPr/>
          <p:nvPr/>
        </p:nvSpPr>
        <p:spPr>
          <a:xfrm>
            <a:off x="548640" y="438912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FFF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526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terkunci?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029200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5 kali salah password, login terkunci sementara sekitar 10 menit.</a:t>
            </a:r>
            <a:endParaRPr lang="en-US" sz="1800" dirty="0"/>
          </a:p>
        </p:txBody>
      </p:sp>
      <p:sp>
        <p:nvSpPr>
          <p:cNvPr id="26" name="card Sesi login 12 jam"/>
          <p:cNvSpPr/>
          <p:nvPr/>
        </p:nvSpPr>
        <p:spPr>
          <a:xfrm>
            <a:off x="6172200" y="438912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FFF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4526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login 12 jam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029200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12 jam, atau setelah password direset Admin, Anda perlu login ulang.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 Saya: asset tanggung jawab Anda</a:t>
            </a:r>
            <a:endParaRPr lang="en-US" sz="3400" dirty="0"/>
          </a:p>
        </p:txBody>
      </p:sp>
      <p:sp>
        <p:nvSpPr>
          <p:cNvPr id="3" name="Panel Job List Saya frame"/>
          <p:cNvSpPr/>
          <p:nvPr/>
        </p:nvSpPr>
        <p:spPr>
          <a:xfrm>
            <a:off x="621792" y="1216152"/>
            <a:ext cx="2294336" cy="5157216"/>
          </a:xfrm>
          <a:prstGeom prst="roundRect">
            <a:avLst>
              <a:gd name="adj" fmla="val 8768"/>
            </a:avLst>
          </a:prstGeom>
          <a:solidFill>
            <a:schemeClr val="tx2"/>
          </a:solidFill>
          <a:ln/>
        </p:spPr>
      </p:sp>
      <p:pic>
        <p:nvPicPr>
          <p:cNvPr id="4" name="Panel Job List Saya" descr="Panel Job List Say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074880" cy="4937760"/>
          </a:xfrm>
          <a:prstGeom prst="rect">
            <a:avLst/>
          </a:prstGeom>
        </p:spPr>
      </p:pic>
      <p:sp>
        <p:nvSpPr>
          <p:cNvPr id="5" name="card Penanda, bukan pembatas"/>
          <p:cNvSpPr/>
          <p:nvPr/>
        </p:nvSpPr>
        <p:spPr>
          <a:xfrm>
            <a:off x="4023360" y="1371600"/>
            <a:ext cx="7589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251960" y="1508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Penanda, bukan pembatas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201168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 menunjukkan asset yang ditugaskan Admin kepada Anda. Asset lain di plant Anda tetap boleh diinspeksi lewat scan QR.</a:t>
            </a:r>
            <a:endParaRPr lang="en-US" sz="1600" dirty="0"/>
          </a:p>
        </p:txBody>
      </p:sp>
      <p:sp>
        <p:nvSpPr>
          <p:cNvPr id="8" name="card Dikelompokkan per area"/>
          <p:cNvSpPr/>
          <p:nvPr/>
        </p:nvSpPr>
        <p:spPr>
          <a:xfrm>
            <a:off x="4023360" y="2834640"/>
            <a:ext cx="3749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Dikelompokkan per area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347472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Ketuk nama area untuk membuka atau menutup daftar.</a:t>
            </a:r>
            <a:endParaRPr lang="en-US" sz="1500" dirty="0"/>
          </a:p>
        </p:txBody>
      </p:sp>
      <p:sp>
        <p:nvSpPr>
          <p:cNvPr id="11" name="card Status tiap asset"/>
          <p:cNvSpPr/>
          <p:nvPr/>
        </p:nvSpPr>
        <p:spPr>
          <a:xfrm>
            <a:off x="7863840" y="2834640"/>
            <a:ext cx="3749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9244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tiap asset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47472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diinspeksi, Terlambat, Menunggu approval, Selesai, atau NG.</a:t>
            </a:r>
            <a:endParaRPr lang="en-US" sz="1500" dirty="0"/>
          </a:p>
        </p:txBody>
      </p:sp>
      <p:sp>
        <p:nvSpPr>
          <p:cNvPr id="14" name="card Filter dan cari"/>
          <p:cNvSpPr/>
          <p:nvPr/>
        </p:nvSpPr>
        <p:spPr>
          <a:xfrm>
            <a:off x="4023360" y="4526280"/>
            <a:ext cx="3749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5196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dan cari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251960" y="516636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Saring per status atau cari ID dan lokasi.</a:t>
            </a:r>
            <a:endParaRPr lang="en-US" sz="1500" dirty="0"/>
          </a:p>
        </p:txBody>
      </p:sp>
      <p:sp>
        <p:nvSpPr>
          <p:cNvPr id="17" name="card Ketuk baris"/>
          <p:cNvSpPr/>
          <p:nvPr/>
        </p:nvSpPr>
        <p:spPr>
          <a:xfrm>
            <a:off x="7863840" y="4526280"/>
            <a:ext cx="3749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9244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Ketuk baris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516636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membuka scan untuk asset itu.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Plant 1, Plant 2, atau keduanya</a:t>
            </a:r>
            <a:endParaRPr lang="en-US" sz="3400" dirty="0"/>
          </a:p>
        </p:txBody>
      </p:sp>
      <p:sp>
        <p:nvSpPr>
          <p:cNvPr id="3" name="card Plant 1"/>
          <p:cNvSpPr/>
          <p:nvPr/>
        </p:nvSpPr>
        <p:spPr>
          <a:xfrm>
            <a:off x="54864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632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memeriksa asset Plant 1. Asset Plant 2 tidak dapat diinspeksi.</a:t>
            </a:r>
            <a:endParaRPr lang="en-US" sz="2000" dirty="0"/>
          </a:p>
        </p:txBody>
      </p:sp>
      <p:sp>
        <p:nvSpPr>
          <p:cNvPr id="6" name="card Plant 2"/>
          <p:cNvSpPr/>
          <p:nvPr/>
        </p:nvSpPr>
        <p:spPr>
          <a:xfrm>
            <a:off x="429768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691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0632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memeriksa asset Plant 2. Asset Plant 1 tidak dapat diinspeksi.</a:t>
            </a:r>
            <a:endParaRPr lang="en-US" sz="2000" dirty="0"/>
          </a:p>
        </p:txBody>
      </p:sp>
      <p:sp>
        <p:nvSpPr>
          <p:cNvPr id="9" name="card Plant 1 &amp; Plant 2"/>
          <p:cNvSpPr/>
          <p:nvPr/>
        </p:nvSpPr>
        <p:spPr>
          <a:xfrm>
            <a:off x="8046720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1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1 &amp; Plant 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108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dapat memeriksa kedua plant. Gunakan filter Plant di atas halaman, dan Job List dikelompokkan per plant dan area.</a:t>
            </a:r>
            <a:endParaRPr lang="en-US" sz="1900" dirty="0"/>
          </a:p>
        </p:txBody>
      </p:sp>
      <p:sp>
        <p:nvSpPr>
          <p:cNvPr id="12" name="card Pesan salah plant?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salah plant?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40680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muncul "Asset berada di plant yang tidak diizinkan", asset itu di luar wewenang akun Anda. Hubungi HSE bila seharusnya Anda memegang plant tersebut.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inspeksi</a:t>
            </a:r>
            <a:endParaRPr lang="en-US" sz="3400" dirty="0"/>
          </a:p>
        </p:txBody>
      </p:sp>
      <p:sp>
        <p:nvSpPr>
          <p:cNvPr id="3" name="card Buka Inspeksi"/>
          <p:cNvSpPr/>
          <p:nvPr/>
        </p:nvSpPr>
        <p:spPr>
          <a:xfrm>
            <a:off x="548640" y="15087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Inspeksi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Inspeksi</a:t>
            </a:r>
            <a:endParaRPr lang="en-US" sz="1700" dirty="0"/>
          </a:p>
        </p:txBody>
      </p:sp>
      <p:sp>
        <p:nvSpPr>
          <p:cNvPr id="8" name="card Scan QR"/>
          <p:cNvSpPr/>
          <p:nvPr/>
        </p:nvSpPr>
        <p:spPr>
          <a:xfrm>
            <a:off x="3383280" y="15087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286000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Scan QR untuk Mulai Inspeksi. Bisa ketik ID manual bila kamera bermasalah.</a:t>
            </a:r>
            <a:endParaRPr lang="en-US" sz="1700" dirty="0"/>
          </a:p>
        </p:txBody>
      </p:sp>
      <p:sp>
        <p:nvSpPr>
          <p:cNvPr id="13" name="card Cek QR"/>
          <p:cNvSpPr/>
          <p:nvPr/>
        </p:nvSpPr>
        <p:spPr>
          <a:xfrm>
            <a:off x="6217920" y="15087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QR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286000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ID dan lokasi sesuai alat di depan Anda</a:t>
            </a:r>
            <a:endParaRPr lang="en-US" sz="1700" dirty="0"/>
          </a:p>
        </p:txBody>
      </p:sp>
      <p:sp>
        <p:nvSpPr>
          <p:cNvPr id="18" name="card Pilih frekuensi"/>
          <p:cNvSpPr/>
          <p:nvPr/>
        </p:nvSpPr>
        <p:spPr>
          <a:xfrm>
            <a:off x="9052560" y="15087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54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frekuensi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286000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Misalnya Monthly</a:t>
            </a:r>
            <a:endParaRPr lang="en-US" sz="1700" dirty="0"/>
          </a:p>
        </p:txBody>
      </p:sp>
      <p:sp>
        <p:nvSpPr>
          <p:cNvPr id="23" name="card Isi checklist"/>
          <p:cNvSpPr/>
          <p:nvPr/>
        </p:nvSpPr>
        <p:spPr>
          <a:xfrm>
            <a:off x="548640" y="40233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checklist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800600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/ NG / N/A di setiap item</a:t>
            </a:r>
            <a:endParaRPr lang="en-US" sz="1700" dirty="0"/>
          </a:p>
        </p:txBody>
      </p:sp>
      <p:sp>
        <p:nvSpPr>
          <p:cNvPr id="28" name="card Foto bukti"/>
          <p:cNvSpPr/>
          <p:nvPr/>
        </p:nvSpPr>
        <p:spPr>
          <a:xfrm>
            <a:off x="3383280" y="40233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356616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661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16052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bukti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3611880" y="4800600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untuk item bertanda wajib</a:t>
            </a:r>
            <a:endParaRPr lang="en-US" sz="1700" dirty="0"/>
          </a:p>
        </p:txBody>
      </p:sp>
      <p:sp>
        <p:nvSpPr>
          <p:cNvPr id="33" name="card Kirim"/>
          <p:cNvSpPr/>
          <p:nvPr/>
        </p:nvSpPr>
        <p:spPr>
          <a:xfrm>
            <a:off x="6217920" y="402336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99516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4800600"/>
            <a:ext cx="2194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 bila perlu, lalu Simpan &amp; Kirim Approval</a:t>
            </a:r>
            <a:endParaRPr lang="en-US" sz="1700" dirty="0"/>
          </a:p>
        </p:txBody>
      </p:sp>
      <p:sp>
        <p:nvSpPr>
          <p:cNvPr id="38" name="card Tips"/>
          <p:cNvSpPr/>
          <p:nvPr/>
        </p:nvSpPr>
        <p:spPr>
          <a:xfrm>
            <a:off x="9052560" y="402336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1E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28116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9281160" y="4663440"/>
            <a:ext cx="21945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di awal jendela tanggal 1–5. Jangan menunggu tanggal 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checklist dan foto bukti</a:t>
            </a:r>
            <a:endParaRPr lang="en-US" sz="3400" dirty="0"/>
          </a:p>
        </p:txBody>
      </p:sp>
      <p:sp>
        <p:nvSpPr>
          <p:cNvPr id="3" name="card OK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3F6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sesuai standar.</a:t>
            </a:r>
            <a:endParaRPr lang="en-US" sz="1800" dirty="0"/>
          </a:p>
        </p:txBody>
      </p:sp>
      <p:sp>
        <p:nvSpPr>
          <p:cNvPr id="6" name="card NG"/>
          <p:cNvSpPr/>
          <p:nvPr/>
        </p:nvSpPr>
        <p:spPr>
          <a:xfrm>
            <a:off x="429768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D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tidak sesuai: rusak, hilang, terhalang, tekanan tidak normal. Jelaskan di Remark dan sertakan foto.</a:t>
            </a:r>
            <a:endParaRPr lang="en-US" sz="1600" dirty="0"/>
          </a:p>
        </p:txBody>
      </p:sp>
      <p:sp>
        <p:nvSpPr>
          <p:cNvPr id="9" name="card N/A"/>
          <p:cNvSpPr/>
          <p:nvPr/>
        </p:nvSpPr>
        <p:spPr>
          <a:xfrm>
            <a:off x="804672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tidak berlaku untuk alat ini.</a:t>
            </a:r>
            <a:endParaRPr lang="en-US" sz="1800" dirty="0"/>
          </a:p>
        </p:txBody>
      </p:sp>
      <p:sp>
        <p:nvSpPr>
          <p:cNvPr id="12" name="card Foto bukti"/>
          <p:cNvSpPr/>
          <p:nvPr/>
        </p:nvSpPr>
        <p:spPr>
          <a:xfrm>
            <a:off x="548640" y="3794760"/>
            <a:ext cx="54406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31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bukti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34840"/>
            <a:ext cx="49834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Bukti foto wajib harus ada fotonya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Cahaya cukup, objek jelas, tidak buram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terbaca, segel dan pin terlihat, label dan tanggal terbaca</a:t>
            </a:r>
            <a:endParaRPr lang="en-US" sz="1700" dirty="0"/>
          </a:p>
        </p:txBody>
      </p:sp>
      <p:sp>
        <p:nvSpPr>
          <p:cNvPr id="15" name="card Muncul &quot;Belum lengkap: item …&quot;"/>
          <p:cNvSpPr/>
          <p:nvPr/>
        </p:nvSpPr>
        <p:spPr>
          <a:xfrm>
            <a:off x="6172200" y="379476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931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Muncul "Belum lengkap: item …"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434840"/>
            <a:ext cx="49834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item harus dijawab dan semua foto wajib terlampir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item yang disebut, lalu simpan lagi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scan? Tekan Reset dan scan ulang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ada item NG</a:t>
            </a:r>
            <a:endParaRPr lang="en-US" sz="3400" dirty="0"/>
          </a:p>
        </p:txBody>
      </p:sp>
      <p:sp>
        <p:nvSpPr>
          <p:cNvPr id="3" name="card Status asset"/>
          <p:cNvSpPr/>
          <p:nvPr/>
        </p:nvSpPr>
        <p:spPr>
          <a:xfrm>
            <a:off x="548640" y="155448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DEA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asset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berubah menjadi NG</a:t>
            </a:r>
            <a:endParaRPr lang="en-US" sz="1800" dirty="0"/>
          </a:p>
        </p:txBody>
      </p:sp>
      <p:sp>
        <p:nvSpPr>
          <p:cNvPr id="6" name="card Finding otomatis"/>
          <p:cNvSpPr/>
          <p:nvPr/>
        </p:nvSpPr>
        <p:spPr>
          <a:xfrm>
            <a:off x="4297680" y="155448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D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otomatis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dengan tingkat High, lengkap dengan foto Anda</a:t>
            </a:r>
            <a:endParaRPr lang="en-US" sz="1800" dirty="0"/>
          </a:p>
        </p:txBody>
      </p:sp>
      <p:sp>
        <p:nvSpPr>
          <p:cNvPr id="9" name="card Masuk ke Admin"/>
          <p:cNvSpPr/>
          <p:nvPr/>
        </p:nvSpPr>
        <p:spPr>
          <a:xfrm>
            <a:off x="8046720" y="155448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DEA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ke Admin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diperiksa dan ditindaklanjuti</a:t>
            </a:r>
            <a:endParaRPr lang="en-US" sz="1800" dirty="0"/>
          </a:p>
        </p:txBody>
      </p:sp>
      <p:sp>
        <p:nvSpPr>
          <p:cNvPr id="12" name="card Yang perlu Anda lakukan"/>
          <p:cNvSpPr/>
          <p:nvPr/>
        </p:nvSpPr>
        <p:spPr>
          <a:xfrm>
            <a:off x="548640" y="3383280"/>
            <a:ext cx="54864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20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perlu Anda lakukan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23360"/>
            <a:ext cx="50292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 dan foto yang jelas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Laporkan langsung ke HSE untuk kondisi berbahaya (APAR bocor, hydrant tidak berfungsi)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Inspeksi ulang tabung pengganti lewat QR di tabung itu sendiri</a:t>
            </a:r>
            <a:endParaRPr lang="en-US" sz="1700" dirty="0"/>
          </a:p>
        </p:txBody>
      </p:sp>
      <p:sp>
        <p:nvSpPr>
          <p:cNvPr id="15" name="card Jangan tukar tabung sendiri"/>
          <p:cNvSpPr/>
          <p:nvPr/>
        </p:nvSpPr>
        <p:spPr>
          <a:xfrm>
            <a:off x="6217920" y="338328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tukar tabung sendiri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023360"/>
            <a:ext cx="49377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Penggantian dengan spare dilakukan Admin lewat sistem, supaya lokasi, QR, dan riwayat tetap sinkron. Selalu scan QR pada tabung yang benar-benar Anda periksa.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inspeksi rutin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10896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089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jendela inspeksi tiap bulan, batas akhir tanggal 5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 dibuka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Jendela bulan ini belum mulai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Perlu diinspeksi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Dalam jendela 1–5, lakukan inspeksi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Menunggu approval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Sudah dikirim, tidak dianggap terlambat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Disetujui dalam jendela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 (terlambat)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Disetujui, tetapi setelah tanggal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Terlambat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Lewat tanggal 5 dan belum ada inspeksi sah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ard Perlu diingat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6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diingat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7150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Inspeksi yang ditolak (Reject) tidak dihitung dan harus diulang. Inspeksi sebelum tanggal 1 tidak dihitung untuk bulan itu. Mulai di awal jendela agar ada waktu mengulang.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dan status asset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inspeksi Anda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Menunggu pemeriksaan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Disetujui dan dihitung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Ditolak. Baca catatan Admin di Riwayat, lalu ulangi inspeksi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asset</a:t>
            </a:r>
            <a:endParaRPr lang="en-US" sz="2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2024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-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Terpasang dan baik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- SPARE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Cadangan di gudang, siap pakai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layak, perlu tindakan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Soon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Due kurang dari 30 hari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Due lewat. Laporkan ke HSE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asset diatur sistem dan Admin. Inspector tidak mengubahnya langsung, kecuali lewat hasil inspeksi (NG).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</a:t>
            </a:r>
            <a:endParaRPr lang="en-US" sz="3400" dirty="0"/>
          </a:p>
        </p:txBody>
      </p:sp>
      <p:sp>
        <p:nvSpPr>
          <p:cNvPr id="3" name="Halaman Riwayat frame"/>
          <p:cNvSpPr/>
          <p:nvPr/>
        </p:nvSpPr>
        <p:spPr>
          <a:xfrm>
            <a:off x="621792" y="1261872"/>
            <a:ext cx="2416616" cy="4974336"/>
          </a:xfrm>
          <a:prstGeom prst="roundRect">
            <a:avLst>
              <a:gd name="adj" fmla="val 8324"/>
            </a:avLst>
          </a:prstGeom>
          <a:solidFill>
            <a:schemeClr val="tx2"/>
          </a:solidFill>
          <a:ln/>
        </p:spPr>
      </p:sp>
      <p:pic>
        <p:nvPicPr>
          <p:cNvPr id="4" name="Halaman Riwayat" descr="Halaman Riway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197160" cy="4754880"/>
          </a:xfrm>
          <a:prstGeom prst="rect">
            <a:avLst/>
          </a:prstGeom>
        </p:spPr>
      </p:pic>
      <p:sp>
        <p:nvSpPr>
          <p:cNvPr id="5" name="card Tab Inspeksi &amp; Approval"/>
          <p:cNvSpPr/>
          <p:nvPr/>
        </p:nvSpPr>
        <p:spPr>
          <a:xfrm>
            <a:off x="4023360" y="1554480"/>
            <a:ext cx="3749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25196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Inspeksi &amp; Approval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2194560"/>
            <a:ext cx="32918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Tanggal, asset, hasil PASS/FAIL, status approval, dan catatan Admin. Ketuk baris untuk detail dan foto.</a:t>
            </a:r>
            <a:endParaRPr lang="en-US" sz="1700" dirty="0"/>
          </a:p>
        </p:txBody>
      </p:sp>
      <p:sp>
        <p:nvSpPr>
          <p:cNvPr id="8" name="card Tab Finding"/>
          <p:cNvSpPr/>
          <p:nvPr/>
        </p:nvSpPr>
        <p:spPr>
          <a:xfrm>
            <a:off x="7863840" y="1554480"/>
            <a:ext cx="3749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244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Finding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194560"/>
            <a:ext cx="32918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dan status OPEN, IN PROGRESS, CLOSED beserta tindakan perbaikan.</a:t>
            </a:r>
            <a:endParaRPr lang="en-US" sz="1700" dirty="0"/>
          </a:p>
        </p:txBody>
      </p:sp>
      <p:sp>
        <p:nvSpPr>
          <p:cNvPr id="11" name="card Cari dan saring"/>
          <p:cNvSpPr/>
          <p:nvPr/>
        </p:nvSpPr>
        <p:spPr>
          <a:xfrm>
            <a:off x="4023360" y="3840480"/>
            <a:ext cx="3749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5196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dan saring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251960" y="4480560"/>
            <a:ext cx="32918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Pencarian, rentang tanggal, filter approval dan hasil.</a:t>
            </a:r>
            <a:endParaRPr lang="en-US" sz="1700" dirty="0"/>
          </a:p>
        </p:txBody>
      </p:sp>
      <p:sp>
        <p:nvSpPr>
          <p:cNvPr id="14" name="card Mode lihat saja"/>
          <p:cNvSpPr/>
          <p:nvPr/>
        </p:nvSpPr>
        <p:spPr>
          <a:xfrm>
            <a:off x="7863840" y="3840480"/>
            <a:ext cx="3749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9244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lihat saja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480560"/>
            <a:ext cx="32918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tidak dapat mengubah, menghapus, atau mengekspor 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foto dan keselamatan</a:t>
            </a:r>
            <a:endParaRPr lang="en-US" sz="3400" dirty="0"/>
          </a:p>
        </p:txBody>
      </p:sp>
      <p:sp>
        <p:nvSpPr>
          <p:cNvPr id="3" name="card Foto bukti"/>
          <p:cNvSpPr/>
          <p:nvPr/>
        </p:nvSpPr>
        <p:spPr>
          <a:xfrm>
            <a:off x="548640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bukti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8348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diperkecil otomatis, tidak perlu ubah resolusi kamera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Pencahayaan cukup, alat terlihat jelas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Dekat dan fokus pada bagian yang dinilai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saat inspeksi, bukan foto lama</a:t>
            </a:r>
            <a:endParaRPr lang="en-US" sz="1900" dirty="0"/>
          </a:p>
        </p:txBody>
      </p:sp>
      <p:sp>
        <p:nvSpPr>
          <p:cNvPr id="6" name="card Keselamatan"/>
          <p:cNvSpPr/>
          <p:nvPr/>
        </p:nvSpPr>
        <p:spPr>
          <a:xfrm>
            <a:off x="6172200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FF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691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Keselamatan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98348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abaikan kondisi tidak aman demi mengejar tanggal; laporkan ke HSE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angkat tabung berat sendirian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tekan tuas, buka segel, atau uji semprot saat inspeksi visual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 forklift dan area kerja saat memegang HP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Pemecahan masalah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Masalah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dilakukan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Kamera tidak muncul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Ikon gembok di kolom alamat → izinkan Kamera → muat ulang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tidak terbaca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Bersihkan QR, jarak 15–25 cm, hindari silau; atau ketik ID manual dan lapor HSE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tidak dikenali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Laporkan ke HSE dengan lokasi dan foto QR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 atau password salah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Ketuk ikon mata, cek Caps Lock; atau Lupa password?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Gagal menyimpan / Gagal sinkron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 sinyal lebih baik; jangan tutup halaman, sistem mencoba lagi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tidak mau tersimpan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Lengkapi item atau foto wajib yang disebut pesan merah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Tampilan tidak berubah setelah pembaruan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Tutup dan buka lagi, atau muat ulang paksa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ingat cepat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1508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pastikan sinyal baik → buka Inspeksi atau Job List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inspeksi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di alat → jawab semua item → foto bukti → kirim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NG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246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dan Remark jelas, lapor HSE, jangan tukar tabung sendiri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APAR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5 setiap bulan, mulai dari tanggal 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83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4983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Milik Anda sendiri, jangan dibagikan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 akun, QR rusak, atau kondisi berbahaya: hubungi Departemen HSE PT TJ Forge Indonesia.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JFI Safety">
  <a:themeElements>
    <a:clrScheme name="TJFI Safety">
      <a:dk1>
        <a:srgbClr val="1F2937"/>
      </a:dk1>
      <a:lt1>
        <a:srgbClr val="FFFFFF"/>
      </a:lt1>
      <a:dk2>
        <a:srgbClr val="0B2545"/>
      </a:dk2>
      <a:lt2>
        <a:srgbClr val="F1F5FA"/>
      </a:lt2>
      <a:accent1>
        <a:srgbClr val="F57C00"/>
      </a:accent1>
      <a:accent2>
        <a:srgbClr val="1688F8"/>
      </a:accent2>
      <a:accent3>
        <a:srgbClr val="16A34A"/>
      </a:accent3>
      <a:accent4>
        <a:srgbClr val="DC2626"/>
      </a:accent4>
      <a:accent5>
        <a:srgbClr val="B45309"/>
      </a:accent5>
      <a:accent6>
        <a:srgbClr val="5B6573"/>
      </a:accent6>
      <a:hlink>
        <a:srgbClr val="1688F8"/>
      </a:hlink>
      <a:folHlink>
        <a:srgbClr val="5B6573"/>
      </a:folHlink>
    </a:clrScheme>
    <a:fontScheme name="TJFI Safet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PT TJ Forge Indonesia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Inspector - TJFI Safety Control System</dc:title>
  <dc:subject>PptxGenJS Presentation</dc:subject>
  <dc:creator>Departemen HSE - PT TJ Forge Indonesia</dc:creator>
  <cp:lastModifiedBy>Departemen HSE - PT TJ Forge Indonesia</cp:lastModifiedBy>
  <cp:revision>1</cp:revision>
  <dcterms:created xsi:type="dcterms:W3CDTF">2026-10-27T03:29:22Z</dcterms:created>
  <dcterms:modified xsi:type="dcterms:W3CDTF">2026-10-27T03:29:22Z</dcterms:modified>
</cp:coreProperties>
</file>